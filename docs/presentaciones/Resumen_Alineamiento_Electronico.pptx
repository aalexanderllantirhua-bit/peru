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Alineamiento electrónico en vehículos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de uso de equipos y mejores prácticas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presentación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Comprender el propósito del alineamiento electrónico</a:t>
            </a:r>
          </a:p>
          <a:p>
            <a:pPr/>
            <a:r>
              <a:t>Identificar componentes principales del equipo</a:t>
            </a:r>
          </a:p>
          <a:p>
            <a:pPr/>
            <a:r>
              <a:t>Revisar flujo de trabajo típico</a:t>
            </a:r>
          </a:p>
          <a:p>
            <a:pPr/>
            <a:r>
              <a:t>Resaltar seguridad, mantenimiento y beneficios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del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Equipo de alineamiento electrónico</a:t>
            </a:r>
          </a:p>
          <a:p>
            <a:pPr/>
            <a:r>
              <a:t>Sensores y cámaras de alta precisión</a:t>
            </a:r>
          </a:p>
          <a:p>
            <a:pPr/>
            <a:r>
              <a:t>Plataformas de referencia y soportes</a:t>
            </a:r>
          </a:p>
          <a:p>
            <a:pPr/>
            <a:r>
              <a:t>Unidad de control con software especializado</a:t>
            </a:r>
          </a:p>
          <a:p>
            <a:pPr/>
            <a:r>
              <a:t>Interfaces de diagnóstico y conexión a la 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Sensores y cámaras</a:t>
            </a:r>
          </a:p>
          <a:p>
            <a:pPr lvl="1"/>
            <a:r>
              <a:t>Capturan ángulos de convergencia y caída</a:t>
            </a:r>
          </a:p>
          <a:p>
            <a:pPr lvl="1"/>
            <a:r>
              <a:t>Detectan desviaciones con precisión milimétrica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3716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Software y hardware</a:t>
            </a:r>
          </a:p>
          <a:p>
            <a:pPr lvl="1"/>
            <a:r>
              <a:t>Procesa datos y genera informes</a:t>
            </a:r>
          </a:p>
          <a:p>
            <a:pPr lvl="1"/>
            <a:r>
              <a:t>Permite calibraciones asistidas paso a paso</a:t>
            </a:r>
          </a:p>
          <a:p>
            <a:pPr lvl="1"/>
            <a:r>
              <a:t>Interfaz gráfica intuitiva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trabajo típico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Etapas principales</a:t>
            </a:r>
          </a:p>
          <a:p>
            <a:pPr/>
            <a:r>
              <a:t>Inspección inicial del vehículo</a:t>
            </a:r>
          </a:p>
          <a:p>
            <a:pPr/>
            <a:r>
              <a:t>Selección del modelo y parámetros en el software</a:t>
            </a:r>
          </a:p>
          <a:p>
            <a:pPr/>
            <a:r>
              <a:t>Montaje de sensores y calibración base</a:t>
            </a:r>
          </a:p>
          <a:p>
            <a:pPr/>
            <a:r>
              <a:t>Medición y ajuste de ángulos</a:t>
            </a:r>
          </a:p>
          <a:p>
            <a:pPr/>
            <a:r>
              <a:t>Generación de informe y validación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Calibración y verificación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Buenas prácticas</a:t>
            </a:r>
          </a:p>
          <a:p>
            <a:pPr/>
            <a:r>
              <a:t>Asegurar superficie nivelada y ruedas centradas</a:t>
            </a:r>
          </a:p>
          <a:p>
            <a:pPr/>
            <a:r>
              <a:t>Configurar referencias del fabricante</a:t>
            </a:r>
          </a:p>
          <a:p>
            <a:pPr/>
            <a:r>
              <a:t>Realizar comprobaciones cruzadas de lectura</a:t>
            </a:r>
          </a:p>
          <a:p>
            <a:pPr/>
            <a:r>
              <a:t>Registrar tolerancias y resultados para historial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operacional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Pautas esenciales</a:t>
            </a:r>
          </a:p>
          <a:p>
            <a:pPr/>
            <a:r>
              <a:t>Verificar bloqueo de ruedas y elevadores</a:t>
            </a:r>
          </a:p>
          <a:p>
            <a:pPr/>
            <a:r>
              <a:t>Evitar cables sueltos y obstáculos</a:t>
            </a:r>
          </a:p>
          <a:p>
            <a:pPr/>
            <a:r>
              <a:t>Utilizar EPP: guantes, calzado y gafas</a:t>
            </a:r>
          </a:p>
          <a:p>
            <a:pPr/>
            <a:r>
              <a:t>Actualizar firmware y software para correcciones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 y 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Rutinas recomendadas</a:t>
            </a:r>
          </a:p>
          <a:p>
            <a:pPr/>
            <a:r>
              <a:t>Limpieza de lentes y sensores tras cada jornada</a:t>
            </a:r>
          </a:p>
          <a:p>
            <a:pPr/>
            <a:r>
              <a:t>Verificación periódica de cables y conectores</a:t>
            </a:r>
          </a:p>
          <a:p>
            <a:pPr/>
            <a:r>
              <a:t>Actualización de bases de datos de vehículos</a:t>
            </a:r>
          </a:p>
          <a:p>
            <a:pPr/>
            <a:r>
              <a:t>Documentar incidencias y soluciones aplicadas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del alineamiento electrónico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Impacto en el servicio</a:t>
            </a:r>
          </a:p>
          <a:p>
            <a:pPr/>
            <a:r>
              <a:t>Mayor precisión en ajustes y diagnósticos</a:t>
            </a:r>
          </a:p>
          <a:p>
            <a:pPr/>
            <a:r>
              <a:t>Reducción de tiempo de intervención</a:t>
            </a:r>
          </a:p>
          <a:p>
            <a:pPr/>
            <a:r>
              <a:t>Incremento de la satisfacción del cliente</a:t>
            </a:r>
          </a:p>
          <a:p>
            <a:pPr/>
            <a:r>
              <a:t>Mejor conservación de neumáticos y suspensión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Puntos clave</a:t>
            </a:r>
          </a:p>
          <a:p>
            <a:pPr/>
            <a:r>
              <a:t>El alineamiento electrónico mejora la eficiencia del taller</a:t>
            </a:r>
          </a:p>
          <a:p>
            <a:pPr/>
            <a:r>
              <a:t>Requiere formación continua del personal</a:t>
            </a:r>
          </a:p>
          <a:p>
            <a:pPr/>
            <a:r>
              <a:t>Su éxito depende de mantenimiento y verificación constante</a:t>
            </a:r>
          </a:p>
          <a:p>
            <a:pPr/>
            <a:r>
              <a:t>Ofrece reportes claros para clientes y auditorías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